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389120" cy="43891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EDUCATION  ·  ОТЧЁТ ПО ПРАКТИКЕ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 Fetch</a:t>
            </a:r>
            <a:endParaRPr lang="en-US" sz="6000" dirty="0"/>
          </a:p>
        </p:txBody>
      </p:sp>
      <p:pic>
        <p:nvPicPr>
          <p:cNvPr id="6" name="Image 0" descr="/home/claude/work/deck/pulse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520440"/>
            <a:ext cx="3291840" cy="813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434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агрегации и семантического поиска новостей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открытых сообществ ВКонтакте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5623560"/>
            <a:ext cx="10515600" cy="18288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806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Рыжков Леонид Сергеевич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A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Parser · Searcher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Тремаскин Алексей Витальевич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A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Gateway · Auth · Frontend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нужен Pulse Fetch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 из десятков городских и тематических сообществ ВКонтакте разрознены, дублируются и плохо ищутся ключевыми словами. Pulse Fetch собирает их в едином векторном индексе и отвечает на вопросы пользователя по смыслу, а не по точному совпадению слов.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5400000">
              <a:srgbClr val="9AA5B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7" name="Image 0" descr="/home/claude/work/deck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4564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114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68680" y="4754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сообщества ВКонтакте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качестве источников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60520" y="297180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5400000">
              <a:srgbClr val="9AA5BD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3291840"/>
            <a:ext cx="685800" cy="68580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12" name="Image 1" descr="/home/claude/work/deck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34564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4114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480560" y="4754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LLM-модели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(эмбеддинг + генерация)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772400" y="297180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5400000">
              <a:srgbClr val="9AA5BD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92440" y="3291840"/>
            <a:ext cx="685800" cy="68580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17" name="Image 2" descr="/home/claude/work/deck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345643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92440" y="4114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8092440" y="4754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независимых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микросервисов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806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практики: спроектировать распределённую систему сбора, индексации и семантического поиска новостей с разделением ответственности между двумя разработчиками.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FETCH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сервисов, две зоны ответственности</a:t>
            </a:r>
            <a:endParaRPr lang="en-US" sz="3000" dirty="0"/>
          </a:p>
        </p:txBody>
      </p:sp>
      <p:pic>
        <p:nvPicPr>
          <p:cNvPr id="4" name="Image 0" descr="/home/claude/work/deck/arch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E4F4F7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5769864"/>
            <a:ext cx="384048" cy="384048"/>
          </a:xfrm>
          <a:prstGeom prst="ellipse">
            <a:avLst/>
          </a:prstGeom>
          <a:solidFill>
            <a:srgbClr val="1C8FA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769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34440" y="55778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Л. Рыжков — Parser, Searcher: сбор данных и векторный поиск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5577840"/>
            <a:ext cx="5532120" cy="777240"/>
          </a:xfrm>
          <a:prstGeom prst="roundRect">
            <a:avLst>
              <a:gd name="adj" fmla="val 8235"/>
            </a:avLst>
          </a:prstGeom>
          <a:solidFill>
            <a:srgbClr val="FFF3E2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5769864"/>
            <a:ext cx="384048" cy="384048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5769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0" y="55778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 Тремаскин — Gateway, Auth, Frontend: доступ и авторизация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ДАННЫХ · СБОР НОВОСТЕЙ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поста в сообществе до вектора в базе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468880"/>
            <a:ext cx="822960" cy="822960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6" name="Image 0" descr="/home/claude/work/deck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970" y="26663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VK API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опрашивает 32 сообщества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методом wall.get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81528" y="33375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19272" y="21031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65092" y="2468880"/>
            <a:ext cx="822960" cy="822960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12" name="Image 1" descr="/home/claude/work/deck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602" y="266639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Ollama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02152" y="39776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поста превращается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вектор (768 измерений)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852160" y="33375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089904" y="21031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35724" y="2468880"/>
            <a:ext cx="822960" cy="822960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18" name="Image 2" descr="/home/claude/work/deck/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234" y="266639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27064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Kafka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272784" y="39776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NewsEvent (Protobuf)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публикуется в топик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622792" y="33375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860536" y="21031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706356" y="2468880"/>
            <a:ext cx="822960" cy="822960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24" name="Image 3" descr="/home/claude/work/deck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3866" y="266639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97696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Qdrant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043416" y="39776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Searcher сохраняет точку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векторную коллекцию news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Отфильтровываются посты короче 10 символов; ошибка на одном сообществе не останавливает сбор остальных.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FETCH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ДАННЫХ · ОБРАБОТКА ЗАПРОСА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вопроса пользователя до ответа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56816" cy="320040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2423160"/>
            <a:ext cx="731520" cy="73152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6" name="Image 0" descr="/home/claude/work/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853" y="25987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375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Вопрос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37490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отправляет вопрос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Gateway (POST /search)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88336" y="2103120"/>
            <a:ext cx="1956816" cy="320040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00984" y="2423160"/>
            <a:ext cx="731520" cy="73152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11" name="Image 1" descr="/home/claude/work/deck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549" y="25987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9776" y="33375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Эмбеддинг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798064" y="37490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получает вектор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вопроса через Ollama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28032" y="2103120"/>
            <a:ext cx="1956816" cy="320040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40680" y="2423160"/>
            <a:ext cx="731520" cy="73152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16" name="Image 2" descr="/home/claude/work/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245" y="25987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19472" y="33375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Поиск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937760" y="37490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Searcher ищет ближайших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соседей в Qdrant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67728" y="2103120"/>
            <a:ext cx="1956816" cy="320040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80376" y="2423160"/>
            <a:ext cx="731520" cy="73152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21" name="Image 3" descr="/home/claude/work/deck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941" y="259872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59168" y="33375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Ответ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7490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формулирует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ответ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107424" y="2103120"/>
            <a:ext cx="1956816" cy="320040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720072" y="2423160"/>
            <a:ext cx="731520" cy="73152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26" name="Image 4" descr="/home/claude/work/deck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5637" y="259872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98864" y="33375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История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217152" y="37490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«вопрос-ответ»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сохраняется в PostgreSQL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пользователь не авторизован (userID = 0) — ответ формируется так же, но в историю не сохраняется.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FETCH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 данных</a:t>
            </a:r>
            <a:endParaRPr lang="en-US" sz="3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ВКонтакте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822960" cy="822960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6" name="Image 0" descr="/home/claude/work/deck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26663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 Рыжков Л.С.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1148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целевых сообщества
</a:t>
            </a:r>
            <a:pPr indent="0" marL="0">
              <a:lnSpc>
                <a:spcPts val="2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последних постов с каждого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0" y="5486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Ключевой цикл сбора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0" y="96012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пост фильтруется по длине, для него запрашивается эмбеддинг у Ollama, готовое событие уходит в Kafka. Ошибка на одном посте не прерывает цикл.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0" y="1691640"/>
            <a:ext cx="7040880" cy="3246120"/>
          </a:xfrm>
          <a:prstGeom prst="roundRect">
            <a:avLst>
              <a:gd name="adj" fmla="val 1690"/>
            </a:avLst>
          </a:prstGeom>
          <a:solidFill>
            <a:srgbClr val="1E2A44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874520"/>
            <a:ext cx="6492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groupID := range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.targets {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posts, err := s.vkClient.GetLatestPosts(groupID, 10)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 != nil { continue }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post := range posts {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len(post.Text) &lt; 10 { continue }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   vector, err := s.llmClient.GetEmbedding(post.Text)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sourceURL := fmt.Sprintf(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E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"https://vk.com/wall-%s_%d"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groupID, post.ID)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 = s.kafkaProducer.SendNewsEvent(ctx, post.Text, vector, sourceURL)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512064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Идентификатор источника формируется как vk.com/wall-{group}_{post_id} — это же значение станет ключом сообщения Kafka.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SEARCHER · Л. РЫЖКОВ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Kafka + векторный поиск в Qdrant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5" name="Image 0" descr="/home/claude/work/deck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64482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813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Kafka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180136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бесконечный цикл чтения топика news-embeddings; временная недоступность брокера не роняет сервис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9" name="Image 1" descr="/home/claude/work/dec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87926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715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Идемпотентный upsert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303580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точки в Qdrant = UUIDv5 от URL источника — повтор обработки обновит точку, а не создаст дубликат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E4F4F7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4279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Коллекция news в Qdrant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77240" y="464515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Размерность вектора:  </a:t>
            </a:r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близости:  </a:t>
            </a:r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 </a:t>
            </a:r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source, created_at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72200" y="1508760"/>
            <a:ext cx="5440680" cy="4206240"/>
          </a:xfrm>
          <a:prstGeom prst="roundRect">
            <a:avLst>
              <a:gd name="adj" fmla="val 1304"/>
            </a:avLst>
          </a:prstGeom>
          <a:solidFill>
            <a:srgbClr val="1E2A44"/>
          </a:solidFill>
          <a:ln/>
        </p:spPr>
      </p:sp>
      <p:sp>
        <p:nvSpPr>
          <p:cNvPr id="16" name="Text 12"/>
          <p:cNvSpPr/>
          <p:nvPr/>
        </p:nvSpPr>
        <p:spPr>
          <a:xfrm>
            <a:off x="6446520" y="16916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searchResult, _ := r.client.Query(ctx, &amp;qdrant.QueryPoints{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CollectionName: r.collection,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 qdrant.NewQueryDense(vector),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Limit:  qdrant.PtrOf(uint64(limit *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9E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
})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seen := make(map[string]struct{})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point := range searchResult {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txt := point.GetPayload()[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C9E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].GetStringValue()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ok := seen[txt]; !ok {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FF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newsTexts = append(newsTexts, txt)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seen[txt] = struct{}{}
    }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len(newsTexts) &gt;= limit { break }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72200" y="5806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Дедупликация текстов на уровне приложения: одна и та же новость нередко публикуется в разных сообществах.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ER-диаграмма: users → history (1:N)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новостей и их векторы живут в Qdrant и не входят в реляционную модель — таблицы ниже обслуживают только контур пользователей.</a:t>
            </a:r>
            <a:endParaRPr lang="en-US" sz="1300" dirty="0"/>
          </a:p>
        </p:txBody>
      </p:sp>
      <p:pic>
        <p:nvPicPr>
          <p:cNvPr id="5" name="Image 0" descr="/home/claude/work/deck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148840"/>
            <a:ext cx="8869680" cy="2185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45920" y="4709160"/>
            <a:ext cx="420624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</p:spPr>
      </p:sp>
      <p:sp>
        <p:nvSpPr>
          <p:cNvPr id="7" name="Shape 4"/>
          <p:cNvSpPr/>
          <p:nvPr/>
        </p:nvSpPr>
        <p:spPr>
          <a:xfrm>
            <a:off x="1645920" y="4709160"/>
            <a:ext cx="82296" cy="1417320"/>
          </a:xfrm>
          <a:prstGeom prst="rect">
            <a:avLst/>
          </a:prstGeom>
          <a:solidFill>
            <a:srgbClr val="1C8FA6"/>
          </a:solidFill>
          <a:ln/>
        </p:spPr>
      </p:sp>
      <p:sp>
        <p:nvSpPr>
          <p:cNvPr id="8" name="Text 5"/>
          <p:cNvSpPr/>
          <p:nvPr/>
        </p:nvSpPr>
        <p:spPr>
          <a:xfrm>
            <a:off x="1920240" y="48280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20240" y="514807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SERIAL PK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username, email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— хэш SHA-256+соль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4709160"/>
            <a:ext cx="420624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4709160"/>
            <a:ext cx="82296" cy="1417320"/>
          </a:xfrm>
          <a:prstGeom prst="rect">
            <a:avLst/>
          </a:prstGeom>
          <a:solidFill>
            <a:srgbClr val="EFA13D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48280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92240" y="514807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SERIAL PK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— логический FK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request, response — текст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AUTH · А. ТРЕМАСКИН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авторизации: пароль, JWT, cookie</a:t>
            </a:r>
            <a:endParaRPr lang="en-US" sz="3000" dirty="0"/>
          </a:p>
        </p:txBody>
      </p:sp>
      <p:pic>
        <p:nvPicPr>
          <p:cNvPr id="4" name="Image 0" descr="/home/claude/work/deck/auth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3E2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" y="4416552"/>
            <a:ext cx="548640" cy="54864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7" name="Image 1" descr="/home/claude/work/dec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6" y="4548226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4434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4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Хранение пароля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04672" y="50749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SHA-256(salt + password) — в БД и во всех сравнениях участвует только хэш, не открытый текст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4340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3E2"/>
          </a:solidFill>
          <a:ln/>
        </p:spPr>
      </p:sp>
      <p:sp>
        <p:nvSpPr>
          <p:cNvPr id="11" name="Shape 7"/>
          <p:cNvSpPr/>
          <p:nvPr/>
        </p:nvSpPr>
        <p:spPr>
          <a:xfrm>
            <a:off x="4599432" y="4416552"/>
            <a:ext cx="548640" cy="54864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12" name="Image 2" descr="/home/claude/work/deck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106" y="4548226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03520" y="4434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4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(HS256)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99432" y="50749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= id пользователя, срок жизни 24 часа, подпись секретом сервиса Auth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13816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3E2"/>
          </a:solidFill>
          <a:ln/>
        </p:spPr>
      </p:sp>
      <p:sp>
        <p:nvSpPr>
          <p:cNvPr id="16" name="Shape 11"/>
          <p:cNvSpPr/>
          <p:nvPr/>
        </p:nvSpPr>
        <p:spPr>
          <a:xfrm>
            <a:off x="8394192" y="4416552"/>
            <a:ext cx="548640" cy="54864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17" name="Image 3" descr="/home/claude/work/deck/icons/user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866" y="4548226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98280" y="4434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4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HttpOnly cookie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394192" y="50749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access_cookie недоступна из JS; проверяется middleware'ом Gateway на каждом запросе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GATEWAY · А. ТРЕМАСКИН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— единая точка входа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транслирует REST-запросы во внутренние gRPC-сервисы (Auth, Searcher) и обращается к Ollama за эмбеддингом и финальным ответом.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88720" cy="45720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2148840"/>
            <a:ext cx="2377440" cy="45720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148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2148840"/>
            <a:ext cx="2651760" cy="45720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148840"/>
            <a:ext cx="4663440" cy="45720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737360" y="260604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0" y="260604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авторизацией*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2606040"/>
            <a:ext cx="4663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606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семантический поиск ответа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118872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737360" y="3063240"/>
            <a:ext cx="237744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/get/history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0" y="3063240"/>
            <a:ext cx="265176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авторизации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3063240"/>
            <a:ext cx="466344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запросов пользователя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52044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520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737360" y="352044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74520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/del/history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14800" y="352044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авторизации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66560" y="3520440"/>
            <a:ext cx="4663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3520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истории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3977640"/>
            <a:ext cx="118872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3977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737360" y="3977640"/>
            <a:ext cx="237744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7452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/get/user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114800" y="3977640"/>
            <a:ext cx="265176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5196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авторизации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766560" y="3977640"/>
            <a:ext cx="466344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977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текущего профиля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443484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737360" y="443484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74520" y="4434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/update/name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114800" y="443484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51960" y="4434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авторизации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766560" y="4434840"/>
            <a:ext cx="4663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4434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имени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4892040"/>
            <a:ext cx="118872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4892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737360" y="4892040"/>
            <a:ext cx="237744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74520" y="4892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/del/user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114800" y="4892040"/>
            <a:ext cx="265176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51960" y="4892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авторизации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766560" y="4892040"/>
            <a:ext cx="4663440" cy="457200"/>
          </a:xfrm>
          <a:prstGeom prst="rect">
            <a:avLst/>
          </a:prstGeom>
          <a:solidFill>
            <a:srgbClr val="F5F7FB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03720" y="4892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аккаунта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48640" y="534924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5349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1737360" y="534924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74520" y="5349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/register / /auth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4114800" y="534924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51960" y="5349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766560" y="5349240"/>
            <a:ext cx="4663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03720" y="5349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548640" y="5943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/search доступен и без авторизации — в этом случае ответ просто не сохраняется в историю (userID = 0).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А. ТРЕМАСКИН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React-приложение: чат с системой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68680" cy="86868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5" name="Image 0" descr="/home/claude/work/deck/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17172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 + TypeScript + Vite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1965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Одностраничное приложение: лента диалога, авторизация, профиль и история запросов пользователя.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026664"/>
            <a:ext cx="82296" cy="82296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86207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ChatPanel / ChatInput  </a:t>
            </a:r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лента сообщений и поле ввода вопроса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465576"/>
            <a:ext cx="82296" cy="82296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30098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MessageBubble  </a:t>
            </a:r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отображение вопроса и ответа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904488"/>
            <a:ext cx="82296" cy="82296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73989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AuthModal  </a:t>
            </a:r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модальное окно входа и регистрации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343400"/>
            <a:ext cx="82296" cy="82296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17880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 </a:t>
            </a:r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меню профиля и истории запросов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782312"/>
            <a:ext cx="82296" cy="82296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61772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AuthContext  </a:t>
            </a:r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глобальное состояние авторизации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221224"/>
            <a:ext cx="82296" cy="82296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05663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api/client.ts  </a:t>
            </a:r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обёртка над fetch, credentials: include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0" y="150876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3E2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4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задаётся вопрос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675120" y="2286000"/>
            <a:ext cx="4663440" cy="3520440"/>
          </a:xfrm>
          <a:prstGeom prst="roundRect">
            <a:avLst>
              <a:gd name="adj" fmla="val 1558"/>
            </a:avLst>
          </a:prstGeom>
          <a:solidFill>
            <a:srgbClr val="1E2A44"/>
          </a:solidFill>
          <a:ln/>
        </p:spPr>
      </p:sp>
      <p:sp>
        <p:nvSpPr>
          <p:cNvPr id="23" name="Text 20"/>
          <p:cNvSpPr/>
          <p:nvPr/>
        </p:nvSpPr>
        <p:spPr>
          <a:xfrm>
            <a:off x="6903720" y="2450592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askQuestion(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F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string) {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request(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'/search'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{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E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'POST'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JSON.stringify({ question }),
  });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text = await res.text();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(!res.ok) throw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7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ApiRequestError(text, res.status);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text;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и права доступа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Ролевой модели «администратор / читатель» нет — разграничение построено на статусе авторизации, проверяемом Gateway на каждом запросе.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EAEE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Анонимный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= 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32688" y="3410712"/>
            <a:ext cx="73152" cy="73152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2644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ответа (/search) — без сохранения истории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" y="3867912"/>
            <a:ext cx="73152" cy="73152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216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нового аккаунта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4325112"/>
            <a:ext cx="73152" cy="73152"/>
          </a:xfrm>
          <a:prstGeom prst="ellipse">
            <a:avLst/>
          </a:prstGeom>
          <a:solidFill>
            <a:srgbClr val="5A6B8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78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в существующий аккаунт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214884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E4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377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Авторизованный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= sub из JWT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19088" y="3410712"/>
            <a:ext cx="73152" cy="73152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2644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 сохранением истории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19088" y="3867912"/>
            <a:ext cx="73152" cy="73152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7216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 очистка истории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19088" y="4325112"/>
            <a:ext cx="73152" cy="73152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178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 изменение профиля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19088" y="4782312"/>
            <a:ext cx="73152" cy="73152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6360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аккаунта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и Searcher доверяют Gateway как единственной точке входа: их порты не публикуются во внешнюю сеть.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FETCH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Стек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874520"/>
            <a:ext cx="685800" cy="685800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6" name="Image 0" descr="/home/claude/work/deck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0391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1.22+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backend-сервисы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600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5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4320540" y="1874520"/>
            <a:ext cx="685800" cy="68580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11" name="Image 1" descr="/home/claude/work/deck/icon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20391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74720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сообщений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5F7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109460" y="1874520"/>
            <a:ext cx="685800" cy="685800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16" name="Image 2" descr="/home/claude/work/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20391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63640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векторная БД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600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5F7FB"/>
          </a:solidFill>
          <a:ln/>
        </p:spPr>
      </p:sp>
      <p:sp>
        <p:nvSpPr>
          <p:cNvPr id="20" name="Shape 15"/>
          <p:cNvSpPr/>
          <p:nvPr/>
        </p:nvSpPr>
        <p:spPr>
          <a:xfrm>
            <a:off x="9898380" y="1874520"/>
            <a:ext cx="685800" cy="68580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21" name="Image 3" descr="/home/claude/work/deck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972" y="20391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16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52560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реляционные данные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5F7FB"/>
          </a:solidFill>
          <a:ln/>
        </p:spPr>
      </p:sp>
      <p:sp>
        <p:nvSpPr>
          <p:cNvPr id="25" name="Shape 19"/>
          <p:cNvSpPr/>
          <p:nvPr/>
        </p:nvSpPr>
        <p:spPr>
          <a:xfrm>
            <a:off x="1531620" y="4251960"/>
            <a:ext cx="685800" cy="685800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26" name="Image 4" descr="/home/claude/work/deck/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212" y="441655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85800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эмбеддинги и генерация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37560" y="39776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5F7FB"/>
          </a:solidFill>
          <a:ln/>
        </p:spPr>
      </p:sp>
      <p:sp>
        <p:nvSpPr>
          <p:cNvPr id="30" name="Shape 23"/>
          <p:cNvSpPr/>
          <p:nvPr/>
        </p:nvSpPr>
        <p:spPr>
          <a:xfrm>
            <a:off x="4320540" y="4251960"/>
            <a:ext cx="685800" cy="68580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31" name="Image 5" descr="/home/claude/work/deck/icons/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5132" y="441655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7472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/ SHA-256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474720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26480" y="39776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5F7FB"/>
          </a:solidFill>
          <a:ln/>
        </p:spPr>
      </p:sp>
      <p:sp>
        <p:nvSpPr>
          <p:cNvPr id="35" name="Shape 27"/>
          <p:cNvSpPr/>
          <p:nvPr/>
        </p:nvSpPr>
        <p:spPr>
          <a:xfrm>
            <a:off x="7109460" y="4251960"/>
            <a:ext cx="685800" cy="685800"/>
          </a:xfrm>
          <a:prstGeom prst="ellipse">
            <a:avLst/>
          </a:prstGeom>
          <a:solidFill>
            <a:srgbClr val="1C8FA6"/>
          </a:solidFill>
          <a:ln/>
        </p:spPr>
      </p:sp>
      <p:pic>
        <p:nvPicPr>
          <p:cNvPr id="36" name="Image 6" descr="/home/claude/work/deck/icons/re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4052" y="4416552"/>
            <a:ext cx="356616" cy="35661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6364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TS + Vite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263640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915400" y="39776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5F7FB"/>
          </a:solidFill>
          <a:ln/>
        </p:spPr>
      </p:sp>
      <p:sp>
        <p:nvSpPr>
          <p:cNvPr id="40" name="Shape 31"/>
          <p:cNvSpPr/>
          <p:nvPr/>
        </p:nvSpPr>
        <p:spPr>
          <a:xfrm>
            <a:off x="9898380" y="4251960"/>
            <a:ext cx="685800" cy="685800"/>
          </a:xfrm>
          <a:prstGeom prst="ellipse">
            <a:avLst/>
          </a:prstGeom>
          <a:solidFill>
            <a:srgbClr val="EFA13D"/>
          </a:solidFill>
          <a:ln/>
        </p:spPr>
      </p:sp>
      <p:pic>
        <p:nvPicPr>
          <p:cNvPr id="41" name="Image 7" descr="/home/claude/work/deck/icons/cub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2972" y="4416552"/>
            <a:ext cx="356616" cy="35661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5256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052560" y="5486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 участников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663440"/>
          </a:xfrm>
          <a:prstGeom prst="roundRect">
            <a:avLst>
              <a:gd name="adj" fmla="val 1765"/>
            </a:avLst>
          </a:prstGeom>
          <a:solidFill>
            <a:srgbClr val="E4F4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83080"/>
            <a:ext cx="777240" cy="777240"/>
          </a:xfrm>
          <a:prstGeom prst="ellipse">
            <a:avLst/>
          </a:prstGeom>
          <a:solidFill>
            <a:srgbClr val="1C8F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Рыжков Леонид Сергеевич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5C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· Searcher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" y="2962656"/>
            <a:ext cx="73152" cy="73152"/>
          </a:xfrm>
          <a:prstGeom prst="ellipse">
            <a:avLst/>
          </a:prstGeom>
          <a:solidFill>
            <a:srgbClr val="1C8FA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82549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VK API и интеграция с Ollama (эмбеддинги)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" y="3675888"/>
            <a:ext cx="73152" cy="73152"/>
          </a:xfrm>
          <a:prstGeom prst="ellipse">
            <a:avLst/>
          </a:prstGeom>
          <a:solidFill>
            <a:srgbClr val="1C8FA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3872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продюсер и консьюмер Kafka, контракт NewsEvent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389120"/>
            <a:ext cx="73152" cy="73152"/>
          </a:xfrm>
          <a:prstGeom prst="ellipse">
            <a:avLst/>
          </a:prstGeom>
          <a:solidFill>
            <a:srgbClr val="1C8FA6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51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Qdrant: коллекция, идемпотентный upsert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2688" y="5102352"/>
            <a:ext cx="73152" cy="73152"/>
          </a:xfrm>
          <a:prstGeom prst="ellipse">
            <a:avLst/>
          </a:prstGeom>
          <a:solidFill>
            <a:srgbClr val="1C8FA6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9651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ближайших соседей с дедупликацией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5120640" cy="4663440"/>
          </a:xfrm>
          <a:prstGeom prst="roundRect">
            <a:avLst>
              <a:gd name="adj" fmla="val 1765"/>
            </a:avLst>
          </a:prstGeom>
          <a:solidFill>
            <a:srgbClr val="FF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783080"/>
            <a:ext cx="777240" cy="777240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4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Тремаскин Алексей Витальевич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 · Auth · Frontend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19088" y="2962656"/>
            <a:ext cx="73152" cy="73152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82549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Auth: регистрация, вход, JWT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19088" y="3675888"/>
            <a:ext cx="73152" cy="73152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53872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REST API, middleware, интеграция с Ollama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19088" y="4389120"/>
            <a:ext cx="73152" cy="73152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2519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React-приложение целиком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19088" y="5102352"/>
            <a:ext cx="73152" cy="73152"/>
          </a:xfrm>
          <a:prstGeom prst="ellipse">
            <a:avLst/>
          </a:prstGeom>
          <a:solidFill>
            <a:srgbClr val="EFA13D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9651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инфраструктура: docker-compose, Dockerfile, protobuf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206240" cy="420624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Полный цикл: от поста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смыслового ответа</a:t>
            </a:r>
            <a:endParaRPr lang="en-US" sz="3400" dirty="0"/>
          </a:p>
        </p:txBody>
      </p:sp>
      <p:pic>
        <p:nvPicPr>
          <p:cNvPr id="6" name="Image 0" descr="/home/claude/work/deck/pulse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97480"/>
            <a:ext cx="2743200" cy="6766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3785616"/>
            <a:ext cx="91440" cy="914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асинхронная коммуникация через Kafka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4224528"/>
            <a:ext cx="91440" cy="914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40507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типизированные gRPC-контракты (Protobuf)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4663440"/>
            <a:ext cx="91440" cy="914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4897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специализированная БД под задачу (Qdrant)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80" y="5102352"/>
            <a:ext cx="91440" cy="914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9286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JWT-авторизация и хэширование паролей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5623560"/>
            <a:ext cx="10515600" cy="18288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0" y="5806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Л. Рыжков · А. Тремаскин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2026-07-16T21:08:44Z</dcterms:created>
  <dcterms:modified xsi:type="dcterms:W3CDTF">2026-07-16T21:08:44Z</dcterms:modified>
</cp:coreProperties>
</file>